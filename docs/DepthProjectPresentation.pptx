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Depth Anything Proof of Concept</a:t>
            </a:r>
          </a:p>
          <a:p>
            <a:r>
              <a:rPr sz="1300">
                <a:solidFill>
                  <a:srgbClr val="645A54"/>
                </a:solidFill>
              </a:rPr>
              <a:t>Alexander Assal • GitHub: https://github.com/arassal/depth-project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Goal: build a clean monocular depth proof of concept from the original Depth Anything presentation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Model: Depth Anything Small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Dataset: NYU-v2 subset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Outputs: metrics, plots, before/after image panels, interactive upload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What Model Was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577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Pretrained model: LiheYoung/depth-anything-small-hf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Architecture family: Depth Anything / DPT-style monocular depth estimation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Strength: strong zero-shot relative depth structure from a single RGB image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Limitation: not guaranteed metric-accurate real-world distance from one image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4630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This system is best interpreted as a relative-depth model</a:t>
            </a:r>
          </a:p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It can tell what is nearer and farther</a:t>
            </a:r>
          </a:p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It should not be sold as exact distance measurement without calibration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Dataset and Training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01168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645A54"/>
                </a:solidFill>
              </a:defRPr>
            </a:pPr>
            <a:r>
              <a:t>Train</a:t>
            </a:r>
          </a:p>
          <a:p>
            <a:pPr>
              <a:defRPr sz="2400" b="1">
                <a:solidFill>
                  <a:srgbClr val="A84425"/>
                </a:solidFill>
              </a:defRPr>
            </a:pPr>
            <a:r>
              <a:t>450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1097280"/>
            <a:ext cx="201168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645A54"/>
                </a:solidFill>
              </a:defRPr>
            </a:pPr>
            <a:r>
              <a:t>Val</a:t>
            </a:r>
          </a:p>
          <a:p>
            <a:pPr>
              <a:defRPr sz="2400" b="1">
                <a:solidFill>
                  <a:srgbClr val="A84425"/>
                </a:solidFill>
              </a:defRPr>
            </a:pPr>
            <a:r>
              <a:t>60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80" y="1097280"/>
            <a:ext cx="201168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645A54"/>
                </a:solidFill>
              </a:defRPr>
            </a:pPr>
            <a:r>
              <a:t>Test</a:t>
            </a:r>
          </a:p>
          <a:p>
            <a:pPr>
              <a:defRPr sz="2400" b="1">
                <a:solidFill>
                  <a:srgbClr val="A84425"/>
                </a:solidFill>
              </a:defRPr>
            </a:pPr>
            <a:r>
              <a:t>59</a:t>
            </a:r>
          </a:p>
        </p:txBody>
      </p:sp>
      <p:sp>
        <p:nvSpPr>
          <p:cNvPr id="6" name="Rectangle 5"/>
          <p:cNvSpPr/>
          <p:nvPr/>
        </p:nvSpPr>
        <p:spPr>
          <a:xfrm>
            <a:off x="7452360" y="1097280"/>
            <a:ext cx="201168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645A54"/>
                </a:solidFill>
              </a:defRPr>
            </a:pPr>
            <a:r>
              <a:t>Epochs</a:t>
            </a:r>
          </a:p>
          <a:p>
            <a:pPr>
              <a:defRPr sz="2400" b="1">
                <a:solidFill>
                  <a:srgbClr val="A84425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Image size: 256x256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Batch size: 1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Optimizer: AdamW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Learning rate: 1e-5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Loss: affine-invariant relative depth loss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Evaluation metrics: AbsRel and delta1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74320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Zero-shot baseline was measured before fine-tuning</a:t>
            </a:r>
          </a:p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Fine-tuned checkpoint was selected using validation AbsRel</a:t>
            </a:r>
          </a:p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This was intentionally a small PoC run, not a full paper-scale replication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Training Outcome</a:t>
            </a:r>
          </a:p>
        </p:txBody>
      </p:sp>
      <p:pic>
        <p:nvPicPr>
          <p:cNvPr id="3" name="Picture 2" descr="loss_vs_epo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3657600" cy="2438400"/>
          </a:xfrm>
          <a:prstGeom prst="rect">
            <a:avLst/>
          </a:prstGeom>
        </p:spPr>
      </p:pic>
      <p:pic>
        <p:nvPicPr>
          <p:cNvPr id="4" name="Picture 3" descr="val_absrel_vs_epo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188720"/>
            <a:ext cx="3657600" cy="2438400"/>
          </a:xfrm>
          <a:prstGeom prst="rect">
            <a:avLst/>
          </a:prstGeom>
        </p:spPr>
      </p:pic>
      <p:pic>
        <p:nvPicPr>
          <p:cNvPr id="5" name="Picture 4" descr="val_delta1_vs_epo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188720"/>
            <a:ext cx="3657600" cy="2438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937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Loss vs epoch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4937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Validation AbsRel vs epoch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937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Validation delta1 vs epoch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Test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01168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645A54"/>
                </a:solidFill>
              </a:defRPr>
            </a:pPr>
            <a:r>
              <a:t>Zero-shot AbsRel</a:t>
            </a:r>
          </a:p>
          <a:p>
            <a:pPr>
              <a:defRPr sz="2400" b="1">
                <a:solidFill>
                  <a:srgbClr val="A84425"/>
                </a:solidFill>
              </a:defRPr>
            </a:pPr>
            <a:r>
              <a:t>0.1467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1097280"/>
            <a:ext cx="201168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645A54"/>
                </a:solidFill>
              </a:defRPr>
            </a:pPr>
            <a:r>
              <a:t>Zero-shot delta1</a:t>
            </a:r>
          </a:p>
          <a:p>
            <a:pPr>
              <a:defRPr sz="2400" b="1">
                <a:solidFill>
                  <a:srgbClr val="A84425"/>
                </a:solidFill>
              </a:defRPr>
            </a:pPr>
            <a:r>
              <a:t>0.8381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80" y="1097280"/>
            <a:ext cx="201168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645A54"/>
                </a:solidFill>
              </a:defRPr>
            </a:pPr>
            <a:r>
              <a:t>Fine-tuned AbsRel</a:t>
            </a:r>
          </a:p>
          <a:p>
            <a:pPr>
              <a:defRPr sz="2400" b="1">
                <a:solidFill>
                  <a:srgbClr val="A84425"/>
                </a:solidFill>
              </a:defRPr>
            </a:pPr>
            <a:r>
              <a:t>0.1810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452360" y="1097280"/>
            <a:ext cx="201168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645A54"/>
                </a:solidFill>
              </a:defRPr>
            </a:pPr>
            <a:r>
              <a:t>Fine-tuned delta1</a:t>
            </a:r>
          </a:p>
          <a:p>
            <a:pPr>
              <a:defRPr sz="2400" b="1">
                <a:solidFill>
                  <a:srgbClr val="A84425"/>
                </a:solidFill>
              </a:defRPr>
            </a:pPr>
            <a:r>
              <a:t>0.7163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658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AbsRel changed by +0.0343 (higher is worse here)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delta1 changed by -0.1218 (lower is worse here)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Conclusion: the small fine-tune overfit the PoC subset and hurt held-out test performance</a:t>
            </a:r>
          </a:p>
        </p:txBody>
      </p:sp>
      <p:pic>
        <p:nvPicPr>
          <p:cNvPr id="8" name="Picture 7" descr="test_absrel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560320"/>
            <a:ext cx="4114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Qualitative Example: Before Fine-Tuning</a:t>
            </a:r>
          </a:p>
        </p:txBody>
      </p:sp>
      <p:pic>
        <p:nvPicPr>
          <p:cNvPr id="3" name="Picture 2" descr="000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11338560" cy="323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Zero-shot prediction panel: RGB | ground truth | predicted depth | error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Qualitative Example: After Fine-Tuning</a:t>
            </a:r>
          </a:p>
        </p:txBody>
      </p:sp>
      <p:pic>
        <p:nvPicPr>
          <p:cNvPr id="3" name="Picture 2" descr="000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11338560" cy="323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Fine-tuned prediction panel for the same sample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Second Qualitative Example</a:t>
            </a:r>
          </a:p>
        </p:txBody>
      </p:sp>
      <p:pic>
        <p:nvPicPr>
          <p:cNvPr id="3" name="Picture 2" descr="000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394960" cy="1541417"/>
          </a:xfrm>
          <a:prstGeom prst="rect">
            <a:avLst/>
          </a:prstGeom>
        </p:spPr>
      </p:pic>
      <p:pic>
        <p:nvPicPr>
          <p:cNvPr id="4" name="Picture 3" descr="000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94960" cy="1541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26480"/>
            <a:ext cx="5394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Zero-shot panel, sample 000004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6126480"/>
            <a:ext cx="5394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Fine-tuned panel, sample 000004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System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Yes, this is a real and functioning depth-estimation system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The pretrained zero-shot model produces plausible relative depth maps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The system is accurate enough to demonstrate scene layout and nearer/farther structure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The small supervised fine-tune did not improve it on held-out test data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So the system works, but the training recipe needs improvement before claiming a better adapted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F1A17"/>
                </a:solidFill>
              </a:defRPr>
            </a:pPr>
            <a:r>
              <a:t>Best claim: accurate relative depth proof of concept</a:t>
            </a:r>
          </a:p>
          <a:p>
            <a:pPr>
              <a:spcAft>
                <a:spcPts val="800"/>
              </a:spcAft>
              <a:defRPr sz="2200">
                <a:solidFill>
                  <a:srgbClr val="1F1A17"/>
                </a:solidFill>
              </a:defRPr>
            </a:pPr>
            <a:r>
              <a:t>Not a strong claim: precise metric distance measurement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Interactive Demo and Second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A local uploadable web app was added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Run: ./run_upload_demo.sh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Open: http://127.0.0.1:8000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It runs the pretrained model on any uploaded image and saves the predicted depth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Demo outputs are stored under outputs/web_demo/</a:t>
            </a:r>
          </a:p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This is the most reliable demo mode because it uses the better zero-shot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2801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Second dataset:</a:t>
            </a:r>
          </a:p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KITTI Tiny on Desktop</a:t>
            </a:r>
          </a:p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7 outdoor driving frames</a:t>
            </a:r>
          </a:p>
          <a:p>
            <a:pPr>
              <a:spcAft>
                <a:spcPts val="800"/>
              </a:spcAft>
              <a:defRPr sz="1800">
                <a:solidFill>
                  <a:srgbClr val="1F1A17"/>
                </a:solidFill>
              </a:defRPr>
            </a:pPr>
            <a:r>
              <a:t>Zero-shot folder inference worked successfully</a:t>
            </a:r>
          </a:p>
        </p:txBody>
      </p:sp>
      <p:pic>
        <p:nvPicPr>
          <p:cNvPr id="6" name="Picture 5" descr="0000000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57600"/>
            <a:ext cx="4754880" cy="1435652"/>
          </a:xfrm>
          <a:prstGeom prst="rect">
            <a:avLst/>
          </a:prstGeom>
        </p:spPr>
      </p:pic>
      <p:pic>
        <p:nvPicPr>
          <p:cNvPr id="7" name="Picture 6" descr="0000000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657600"/>
            <a:ext cx="4754880" cy="14356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1264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KITTI RGB 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61264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KITTI predicted depth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1A17"/>
                </a:solidFill>
              </a:rPr>
              <a:t>Final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07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This project meets the proof-of-concept goal for monocular relative depth estimation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The pretrained model is the strongest result in this run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The fine-tuned PoC provided useful evidence about overfitting on small subsets</a:t>
            </a:r>
          </a:p>
          <a:p>
            <a:pPr>
              <a:spcAft>
                <a:spcPts val="800"/>
              </a:spcAft>
              <a:defRPr sz="2000">
                <a:solidFill>
                  <a:srgbClr val="1F1A17"/>
                </a:solidFill>
              </a:defRPr>
            </a:pPr>
            <a:r>
              <a:t>For a stronger adapted model, the next step is more data or a safer fine-tuning setup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